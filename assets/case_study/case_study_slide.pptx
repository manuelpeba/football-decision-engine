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A2D66"/>
                </a:solidFill>
              </a:rPr>
              <a:t>FOOTBALL DECISION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A2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Match Congestion — Squad Decision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⚽ CONTEXT</a:t>
            </a:r>
          </a:p>
          <a:p>
            <a:r>
              <a:t>3 matches / 7 days</a:t>
            </a:r>
          </a:p>
          <a:p>
            <a:r>
              <a:t>Limited recovery</a:t>
            </a:r>
          </a:p>
          <a:p>
            <a:r>
              <a:t>High-risk players</a:t>
            </a:r>
          </a:p>
          <a:p/>
          <a:p>
            <a:r>
              <a:t>⚠ PROBLEM</a:t>
            </a:r>
          </a:p>
          <a:p>
            <a:r>
              <a:t>Interdependent decisions</a:t>
            </a:r>
          </a:p>
          <a:p>
            <a:r>
              <a:t>Local ≠ global optimum</a:t>
            </a:r>
          </a:p>
          <a:p>
            <a:r>
              <a:t>Exposure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840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📊 APPROACH</a:t>
            </a:r>
          </a:p>
          <a:p>
            <a:r>
              <a:t>Value &amp; Risk scoring</a:t>
            </a:r>
          </a:p>
          <a:p>
            <a:r>
              <a:t>Decision mapping</a:t>
            </a:r>
          </a:p>
          <a:p>
            <a:r>
              <a:t>MILP optimization</a:t>
            </a:r>
          </a:p>
          <a:p>
            <a:r>
              <a:t>Planning across matches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93192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A2D66"/>
                </a:solidFill>
              </a:rPr>
              <a:t>SCENARIO
M1 → M2 → M3
limit → start → 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INSIGHTS</a:t>
            </a:r>
          </a:p>
          <a:p>
            <a:r>
              <a:t>Exposure is a resource • Optimize at squad level • Planning &gt; isolated decisions</a:t>
            </a:r>
          </a:p>
          <a:p/>
          <a:p>
            <a:r>
              <a:t>IMPACT</a:t>
            </a:r>
          </a:p>
          <a:p>
            <a:r>
              <a:t>Better availability • Lower risk • Aligned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